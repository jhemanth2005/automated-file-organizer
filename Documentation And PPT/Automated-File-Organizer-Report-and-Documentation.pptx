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7804"/>
            <a:ext cx="20104100" cy="11191240"/>
            <a:chOff x="0" y="117804"/>
            <a:chExt cx="20104100" cy="11191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7804"/>
              <a:ext cx="20104098" cy="111907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0884" y="3210513"/>
              <a:ext cx="8767622" cy="6191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2026-06-25T15:09:05Z</dcterms:created>
  <dcterms:modified xsi:type="dcterms:W3CDTF">2026-06-25T15:09:05Z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2026-06-25T00:00:00Z</vt:filetime>
  </property>
  <property fmtid="{D5CDD505-2E9C-101B-9397-08002B2CF9AE}" pid="3" name="LastSaved">
    <vt:filetime>2026-06-25T00:00:00Z</vt:filetime>
  </property>
</Properties>
</file>